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AB3F25-0ADA-DF26-0D91-21ADBF77BC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E9C2494-9361-B8EB-D818-815AB5B953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3CCB44-1E56-FAFD-3FAB-5ADEF7FE9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23F301-AA2D-E49A-2A8C-761D8A97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327664-F1A4-D565-FEBA-44954976A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53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C40D6-C352-FA01-9995-052C4DA5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59595FA-798E-84BE-A136-AD85BC50D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6938C9-532E-EA97-CC79-EA0634A57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0D5D3C-1CA5-9DA5-05B8-0513B0B19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F3AC88-77B2-753B-E1D2-ACF0975EF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520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E7A898-36BC-3C05-0434-D5392319A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B84F792-9A66-4537-A6E0-E074610A7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8BDE63-A35D-F624-38BB-11326907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764382-EF9B-B833-F121-B3F97B869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AC810F-231A-D5D2-AB2D-4B3D8C4CF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415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8CFF20-E348-D7A7-0FD3-10C8C4847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420D4D-BC06-440E-AD3D-1A8444D640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88E2C38-1F50-03B6-4FC9-8612E6C476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CBFE32-1022-E438-327B-C292528B2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33B35B-241A-DFB6-6CE0-EC1C19DE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E97782-0243-2EA6-D9CD-773E51A39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089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E2BE5D-9EB8-8479-E698-FCE805601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C4B102-79B8-EEE8-D24B-82C6F47B7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478B1B-194E-9071-0C57-9D86EF13E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4CD4B4B-65F2-7460-7CBC-887F893B7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341AAC0-2BBE-CF70-2589-24E25F0E93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308719C-7168-8BC4-1FBC-9587966CC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9BDC69-DB80-2FD3-6677-C40072EEC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DA4A590-F3A1-5769-525F-B4945A80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1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999886-6222-70F4-1606-FFFFDFD85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7AE932F-D079-2C4B-40A0-EFDB74F30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39D2E7B-7CB9-37D1-27F6-BF849A1E6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4B2DD55-64D2-BDB0-7EA8-D6EABBB11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1556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086E9C0-8FC3-FAB9-BB0B-74BE0E797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FE61D94-35A9-F029-17EA-7E34216D8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829C27-CA99-4F5B-3737-A7611F9BD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5246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7803DA-5CE0-F942-A0B4-F4F55CEE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D0C594-8507-9FB8-B5B8-5180E6E54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B778AF-4193-F49C-43A9-52082C3F8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32B3EA-4CA8-DD2F-216C-3C2758158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2FE53B-B993-00BA-B9EB-6AE4F1C4C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6221CB-BDB4-7370-578E-62DD4895D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753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0734CE-BAA4-D8A6-8E30-8BF932A45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A881F35-0398-F733-3117-A2F3723E83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2B59AA-FD39-8A91-4CB1-ABB0BEF12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C9FB96-90A6-8456-9D80-35F704B79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DE7327F-7A68-E400-5942-A2A545735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5C7C76-C25E-3F73-F291-84637564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5814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4EC0E9-1155-747D-CD15-2576EBF6C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B7D177E-2FE9-079F-2E39-5642AC279D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0442A-CC1E-F418-CC06-890374E00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277579-C452-5E06-1DFC-338ED2A42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0F5EA9-50CC-7723-59CF-E1E4F2D08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507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3E43ACE-42B3-EB5D-1CB9-B66A4E4DFE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18D0AE-4B8D-AD67-C669-3718F4BB6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7E7086-28A3-22D6-BBCB-1508854C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B001E7-8802-88DA-E4BF-8818B6C55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FB7EC9-702E-0B6A-02B9-47742490A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653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677BCCD-A23D-C793-3500-BAD4E7226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DA2311-6CDD-E192-D036-F6A34CAA3A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AF3919-C5C2-4236-4FEC-1F971B3ADA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6039D4-4CE8-44BF-B4D7-E6504E8EC456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B6F0F4-91A1-B5E8-3163-387E0C644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53C2B7-15E7-A27D-17E6-88EEFC92A1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B5EE5F-07FC-44F5-BA3C-88A1DCCE17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662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6CE6DE-C025-BE36-248D-72A5A5DA8A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A079CF2-2F2D-1351-475A-19100A962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0786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6679-1EC3-EA0F-60C7-9B5EAF07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E1D12CCB-9E61-AC84-C5C9-D38826C3D5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3" t="10021" r="7030" b="9525"/>
          <a:stretch>
            <a:fillRect/>
          </a:stretch>
        </p:blipFill>
        <p:spPr>
          <a:xfrm>
            <a:off x="880280" y="668740"/>
            <a:ext cx="10310883" cy="5534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372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DCCB0-5AA2-5506-A07B-69E51F95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6851919-A085-6BBC-69B9-D6AC0C68DF7E}"/>
              </a:ext>
            </a:extLst>
          </p:cNvPr>
          <p:cNvSpPr txBox="1"/>
          <p:nvPr/>
        </p:nvSpPr>
        <p:spPr>
          <a:xfrm>
            <a:off x="539749" y="773936"/>
            <a:ext cx="3028949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審判を学習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5663461-87C6-96D0-8C76-D28C1C175E7E}"/>
              </a:ext>
            </a:extLst>
          </p:cNvPr>
          <p:cNvSpPr txBox="1"/>
          <p:nvPr/>
        </p:nvSpPr>
        <p:spPr>
          <a:xfrm>
            <a:off x="539749" y="1885545"/>
            <a:ext cx="3028949" cy="36933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審判認識モデル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F7FC75-7180-61C1-716A-07158B7323F2}"/>
              </a:ext>
            </a:extLst>
          </p:cNvPr>
          <p:cNvSpPr txBox="1"/>
          <p:nvPr/>
        </p:nvSpPr>
        <p:spPr>
          <a:xfrm>
            <a:off x="4632325" y="310981"/>
            <a:ext cx="3028950" cy="36933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入力（シュートの動画）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7FAD84B-5F46-C75E-955E-5F2D487AFA7B}"/>
              </a:ext>
            </a:extLst>
          </p:cNvPr>
          <p:cNvSpPr txBox="1"/>
          <p:nvPr/>
        </p:nvSpPr>
        <p:spPr>
          <a:xfrm>
            <a:off x="4632326" y="1885545"/>
            <a:ext cx="3028950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審判認識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B64FBB-1A6A-EF85-048C-2D3BCA49C350}"/>
              </a:ext>
            </a:extLst>
          </p:cNvPr>
          <p:cNvSpPr txBox="1"/>
          <p:nvPr/>
        </p:nvSpPr>
        <p:spPr>
          <a:xfrm>
            <a:off x="4632326" y="3460108"/>
            <a:ext cx="3028949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骨格抽出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64CB890-0D66-2E0A-2275-E8CC71FA57D8}"/>
              </a:ext>
            </a:extLst>
          </p:cNvPr>
          <p:cNvSpPr txBox="1"/>
          <p:nvPr/>
        </p:nvSpPr>
        <p:spPr>
          <a:xfrm>
            <a:off x="8623300" y="172482"/>
            <a:ext cx="3028950" cy="6463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シュートの瞬間の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フレーム番号を抽出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37310F-058B-1B68-7A4D-DD1A429850FA}"/>
              </a:ext>
            </a:extLst>
          </p:cNvPr>
          <p:cNvSpPr txBox="1"/>
          <p:nvPr/>
        </p:nvSpPr>
        <p:spPr>
          <a:xfrm>
            <a:off x="8623300" y="1062483"/>
            <a:ext cx="3028950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選手</a:t>
            </a:r>
            <a:r>
              <a:rPr kumimoji="1" lang="ja-JP" altLang="en-US" dirty="0"/>
              <a:t>認識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F2AE5A4-99E1-A3DC-EE0A-E92B0068F5E2}"/>
              </a:ext>
            </a:extLst>
          </p:cNvPr>
          <p:cNvSpPr txBox="1"/>
          <p:nvPr/>
        </p:nvSpPr>
        <p:spPr>
          <a:xfrm>
            <a:off x="8623300" y="1676874"/>
            <a:ext cx="3028950" cy="6463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特徴点を自動で抽出</a:t>
            </a:r>
            <a:endParaRPr kumimoji="1" lang="en-US" altLang="ja-JP" dirty="0"/>
          </a:p>
          <a:p>
            <a:pPr algn="ctr"/>
            <a:r>
              <a:rPr lang="ja-JP" altLang="en-US" dirty="0"/>
              <a:t>ホモグラフィ行列を計算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5B94697-6A54-E37D-4625-0B50EB2C6ACD}"/>
              </a:ext>
            </a:extLst>
          </p:cNvPr>
          <p:cNvSpPr txBox="1"/>
          <p:nvPr/>
        </p:nvSpPr>
        <p:spPr>
          <a:xfrm>
            <a:off x="8623300" y="2564399"/>
            <a:ext cx="3028950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シューターの番号を選択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535CFE2-7BF9-AB93-030E-0652A91F9B11}"/>
              </a:ext>
            </a:extLst>
          </p:cNvPr>
          <p:cNvSpPr txBox="1"/>
          <p:nvPr/>
        </p:nvSpPr>
        <p:spPr>
          <a:xfrm>
            <a:off x="8629650" y="3181266"/>
            <a:ext cx="3028950" cy="64633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ホモグラフィ行列を用いて</a:t>
            </a:r>
            <a:br>
              <a:rPr kumimoji="1" lang="en-US" altLang="ja-JP" dirty="0"/>
            </a:br>
            <a:r>
              <a:rPr kumimoji="1" lang="ja-JP" altLang="en-US" dirty="0"/>
              <a:t>シューターの位置を補正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7959FEB-E3CA-7A96-0F29-4A73223A689E}"/>
              </a:ext>
            </a:extLst>
          </p:cNvPr>
          <p:cNvSpPr txBox="1"/>
          <p:nvPr/>
        </p:nvSpPr>
        <p:spPr>
          <a:xfrm>
            <a:off x="5915024" y="4733151"/>
            <a:ext cx="4460876" cy="36933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シュート種類判別モジュール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4B9251D-31B8-94AB-A6DF-2E71500A83FC}"/>
              </a:ext>
            </a:extLst>
          </p:cNvPr>
          <p:cNvSpPr txBox="1"/>
          <p:nvPr/>
        </p:nvSpPr>
        <p:spPr>
          <a:xfrm>
            <a:off x="5915024" y="5660925"/>
            <a:ext cx="4460876" cy="36933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判別結果を出力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52D06734-B51F-6E42-3CC0-2E59FC91462F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054224" y="1143268"/>
            <a:ext cx="0" cy="7422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E29158A-7A34-540D-3FB0-B012679E578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3568698" y="2070211"/>
            <a:ext cx="1063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4EBC3681-ABA9-B540-EB70-9F2E75729D93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146800" y="680313"/>
            <a:ext cx="1" cy="1205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79E98AC6-E399-F92D-BF29-B947CBB05D22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146801" y="2254877"/>
            <a:ext cx="0" cy="1205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DC5B35AF-A305-79FB-6A10-C3D279440CEF}"/>
              </a:ext>
            </a:extLst>
          </p:cNvPr>
          <p:cNvCxnSpPr>
            <a:cxnSpLocks/>
            <a:stCxn id="7" idx="2"/>
            <a:endCxn id="15" idx="0"/>
          </p:cNvCxnSpPr>
          <p:nvPr/>
        </p:nvCxnSpPr>
        <p:spPr>
          <a:xfrm>
            <a:off x="6146801" y="3829440"/>
            <a:ext cx="1998661" cy="903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203B13D-42B6-EB52-F105-EDD088BA711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0137775" y="818813"/>
            <a:ext cx="0" cy="243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47BE4C8-24CC-85C4-0881-6A8EFBA387AF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137775" y="1431815"/>
            <a:ext cx="0" cy="245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456CA93B-D1A2-B986-6C5A-DBFD4D9E20EE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137775" y="2323205"/>
            <a:ext cx="0" cy="2411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6F8C8149-A120-C234-6469-DF0CA4BF031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137775" y="2933731"/>
            <a:ext cx="6350" cy="2475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CAA086DC-591A-B3F5-2CBB-5AAB47344725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 flipH="1">
            <a:off x="8145462" y="3827597"/>
            <a:ext cx="1998663" cy="905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58F47CAB-51E8-4613-A4C1-CBC0CDDEE81B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8145462" y="5102483"/>
            <a:ext cx="0" cy="558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E8D910A3-B854-6B33-0BD2-AE99EA66A599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7661275" y="495647"/>
            <a:ext cx="9620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5551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D49B5-B64F-3804-7301-5D0173F83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A8FD5232-3429-DBC0-6C9A-1C991CA78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499587" y="-2145407"/>
            <a:ext cx="5192826" cy="11148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04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58</Words>
  <Application>Microsoft Office PowerPoint</Application>
  <PresentationFormat>ワイド画面</PresentationFormat>
  <Paragraphs>14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山形　隼士</dc:creator>
  <cp:lastModifiedBy>山形　隼士</cp:lastModifiedBy>
  <cp:revision>18</cp:revision>
  <cp:lastPrinted>2026-01-21T13:26:28Z</cp:lastPrinted>
  <dcterms:created xsi:type="dcterms:W3CDTF">2026-01-12T08:03:28Z</dcterms:created>
  <dcterms:modified xsi:type="dcterms:W3CDTF">2026-01-22T03:53:18Z</dcterms:modified>
</cp:coreProperties>
</file>