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B3F25-0ADA-DF26-0D91-21ADBF77B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9C2494-9361-B8EB-D818-815AB5B95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3CCB44-1E56-FAFD-3FAB-5ADEF7FE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23F301-AA2D-E49A-2A8C-761D8A97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327664-F1A4-D565-FEBA-44954976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53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C40D6-C352-FA01-9995-052C4DA5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9595FA-798E-84BE-A136-AD85BC50D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6938C9-532E-EA97-CC79-EA0634A57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0D5D3C-1CA5-9DA5-05B8-0513B0B1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F3AC88-77B2-753B-E1D2-ACF0975E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20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7A898-36BC-3C05-0434-D5392319A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84F792-9A66-4537-A6E0-E074610A7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8BDE63-A35D-F624-38BB-11326907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764382-EF9B-B833-F121-B3F97B86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AC810F-231A-D5D2-AB2D-4B3D8C4C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41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8CFF20-E348-D7A7-0FD3-10C8C484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420D4D-BC06-440E-AD3D-1A8444D64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8E2C38-1F50-03B6-4FC9-8612E6C4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CBFE32-1022-E438-327B-C292528B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33B35B-241A-DFB6-6CE0-EC1C19DE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E97782-0243-2EA6-D9CD-773E51A3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89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2BE5D-9EB8-8479-E698-FCE80560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C4B102-79B8-EEE8-D24B-82C6F47B7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478B1B-194E-9071-0C57-9D86EF13E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CD4B4B-65F2-7460-7CBC-887F893B7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41AAC0-2BBE-CF70-2589-24E25F0E9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08719C-7168-8BC4-1FBC-9587966C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9BDC69-DB80-2FD3-6677-C40072EE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DA4A590-F3A1-5769-525F-B4945A80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17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99886-6222-70F4-1606-FFFFDFD8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AE932F-D079-2C4B-40A0-EFDB74F3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9D2E7B-7CB9-37D1-27F6-BF849A1E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B2DD55-64D2-BDB0-7EA8-D6EABBB1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55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086E9C0-8FC3-FAB9-BB0B-74BE0E79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E61D94-35A9-F029-17EA-7E34216D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829C27-CA99-4F5B-3737-A7611F9B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524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803DA-5CE0-F942-A0B4-F4F55CEE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D0C594-8507-9FB8-B5B8-5180E6E54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B778AF-4193-F49C-43A9-52082C3F8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32B3EA-4CA8-DD2F-216C-3C275815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2FE53B-B993-00BA-B9EB-6AE4F1C4C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6221CB-BDB4-7370-578E-62DD4895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75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0734CE-BAA4-D8A6-8E30-8BF932A4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A881F35-0398-F733-3117-A2F3723E8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2B59AA-FD39-8A91-4CB1-ABB0BEF12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C9FB96-90A6-8456-9D80-35F704B7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E7327F-7A68-E400-5942-A2A54573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5C7C76-C25E-3F73-F291-84637564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81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4EC0E9-1155-747D-CD15-2576EBF6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7D177E-2FE9-079F-2E39-5642AC279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0442A-CC1E-F418-CC06-890374E0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277579-C452-5E06-1DFC-338ED2A4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F5EA9-50CC-7723-59CF-E1E4F2D0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50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E43ACE-42B3-EB5D-1CB9-B66A4E4DF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18D0AE-4B8D-AD67-C669-3718F4BB6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7E7086-28A3-22D6-BBCB-1508854C0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B001E7-8802-88DA-E4BF-8818B6C5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FB7EC9-702E-0B6A-02B9-47742490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65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77BCCD-A23D-C793-3500-BAD4E7226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DA2311-6CDD-E192-D036-F6A34CAA3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AF3919-C5C2-4236-4FEC-1F971B3AD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039D4-4CE8-44BF-B4D7-E6504E8EC45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B6F0F4-91A1-B5E8-3163-387E0C644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53C2B7-15E7-A27D-17E6-88EEFC92A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5EE5F-07FC-44F5-BA3C-88A1DCCE1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66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6CE6DE-C025-BE36-248D-72A5A5DA8A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079CF2-2F2D-1351-475A-19100A962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78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6679-1EC3-EA0F-60C7-9B5EAF07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E1D12CCB-9E61-AC84-C5C9-D38826C3D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3" t="10021" r="7030" b="9525"/>
          <a:stretch>
            <a:fillRect/>
          </a:stretch>
        </p:blipFill>
        <p:spPr>
          <a:xfrm>
            <a:off x="880280" y="668740"/>
            <a:ext cx="10310883" cy="553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7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山形　隼士</dc:creator>
  <cp:lastModifiedBy>山形　隼士</cp:lastModifiedBy>
  <cp:revision>1</cp:revision>
  <cp:lastPrinted>2026-01-12T08:05:13Z</cp:lastPrinted>
  <dcterms:created xsi:type="dcterms:W3CDTF">2026-01-12T08:03:28Z</dcterms:created>
  <dcterms:modified xsi:type="dcterms:W3CDTF">2026-01-12T08:15:18Z</dcterms:modified>
</cp:coreProperties>
</file>